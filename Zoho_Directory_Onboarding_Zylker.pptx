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  <a:latin typeface="Calibri"/>
              </a:rPr>
              <a:t>Watch and Learn from Zylker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A practical onboarding story, not a feature walkthrough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Meet Amelia, founder of Zylker (150 employees, 3 locations)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Goal: Set up Zoho Directory from scratch for secure IAM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  <a:latin typeface="Calibri"/>
              </a:rPr>
              <a:t>Zylker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Growth-stage IT product company in Bengaluru, Chennai, and US remote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Serves both B2B and B2C SaaS customers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Uses 20+ apps: Zoho CRM, Jira, Slack, GitHub, Google Workspace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  <a:latin typeface="Calibri"/>
              </a:rPr>
              <a:t>The Challenge Amelia 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Manual provisioning/deprovisioning causes delays and errors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Credentials shared over email and MFA not enforced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Ex-intern retained production Jira access for 2 weeks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  <a:latin typeface="Calibri"/>
              </a:rPr>
              <a:t>A. Sign-in / Sign-up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Existing Zoho users can log in directly to Zoho Directory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New users: visit www.directory.zoho.com and click Sign Up for Free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Verify email, then open Admin Panel to begin setup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  <a:latin typeface="Calibri"/>
              </a:rPr>
              <a:t>Manage Your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Configure Zoho apps, Marketplace apps, and Non-directory apps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Business category auto-adds relevant Zoho apps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Default apps include Meeting, WorkDrive, Cliq, and Notebook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  <a:latin typeface="Calibri"/>
              </a:rPr>
              <a:t>Create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Departments mirror your organizational structure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Collaboration Groups support project or cross-team needs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Smart Groups auto-add users based on set criteria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  <a:latin typeface="Calibri"/>
              </a:rPr>
              <a:t>Configure Security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Apply security policies at group level before onboarding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Set Conditional Access, Routing Policy, and Security Policy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Enable BYOK and third-party Identity Providers when needed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  <a:latin typeface="Calibri"/>
              </a:rPr>
              <a:t>Set Up Conditional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Auto-assign apps and roles to users by group conditions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Example: group members become Zoho Mail users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Moderators can be auto-assigned as Zoho Mail admins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  <a:latin typeface="Calibri"/>
              </a:rPr>
              <a:t>Onboard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Sync users from AD server (best for migration)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Or import via CSV/VCF from existing SaaS tools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Manual add from Users tab if Zoho One is first SaaS setup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  <a:latin typeface="Calibri"/>
              </a:rPr>
              <a:t>Delegate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Organization Admins manage users, groups, and policies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Service Admins manage specific apps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Custom Roles provide tailored permissions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  <a:latin typeface="Calibri"/>
              </a:rPr>
              <a:t>Zylker's End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Centralized IAM with secure, consistent onboarding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Automatic app access and policy enforcement through groups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Faster operations, lower risk, and better audit readiness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